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398" autoAdjust="0"/>
  </p:normalViewPr>
  <p:slideViewPr>
    <p:cSldViewPr snapToGrid="0">
      <p:cViewPr varScale="1">
        <p:scale>
          <a:sx n="70" d="100"/>
          <a:sy n="70" d="100"/>
        </p:scale>
        <p:origin x="11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61189-B283-41BF-A011-A1AE4054B2B1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AE5C2-39D1-4D80-8955-837D4ED41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50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8E40-B8ED-4CE3-144C-608CF6D3E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FDBAD-C608-D5AB-3A26-012788C6B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826F3-0F2A-D408-97B2-F1460AD2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7C031-0D01-BDF0-5EC9-AC92A4A77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D1A29-465B-FF9C-9502-25D10C77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58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1EF9-B268-965F-6E42-39C739B9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2B4C7-446F-4C58-79E7-1B1C4AA60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B9C87-9451-7B77-0EBB-887BEEC9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147BE-9AF0-212C-1E02-B74F68CD6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2002B-3E40-9DC0-3337-7BB7D5B2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E088-EEB9-A8BF-6E11-BD5E0526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87540-381F-83F2-94C5-2DA7C997E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63A3B-8A1F-58BC-3D27-DBEC90F8D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4DFEE-9E2F-C0B8-4BF3-3A880635F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79DC0-78FB-D795-BE20-C1F70B5B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1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9893-164F-D7CA-2628-9CAA0B5C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21ABC-51A4-23BB-531C-3743296EC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C7705-A9E3-52F6-3B19-2237EB290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02B71-264B-7F13-9BD1-01BCB330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A9006-1E51-64B8-680E-6DF38257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8A390-2B6B-B119-7304-93EA2538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9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26B4-CB30-6423-6631-D4C379AB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485F6-E603-57E6-8729-F2906B56B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7CB3E-75FF-CEC0-03FC-E882D6011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24426-8C62-F201-5D03-E62522DD9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BCFCD-D23E-D3E7-3505-3BC8E14D9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F2086-C608-6912-2B3B-96163D36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DF33-8F4B-70CA-18A2-12E991B1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6CB6E-081D-2A5C-45E3-A0760CBD2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2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C945-8057-22C3-9C9F-448445F5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9988E-9D77-49B0-EF3A-B87BAC71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1EF0C-3EBA-9538-AC46-2DFB76CE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7DAE4-9934-0847-4345-D47D93CC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8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30404-E8ED-C947-C2F2-83500019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08687-FA91-386A-38A9-010F9EEA7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EB10D-48F1-620F-B42F-62C71596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5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4F06-7761-91ED-571A-F27BCE433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2D9EC-8871-2254-1AAE-D70F676F0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E196-53DC-3178-C1C7-BBC6BF128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124FA-5B33-5D00-5D6E-6C695BB0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5B43E-37F3-A882-A9B7-3D06C865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B7319-A88B-896F-417B-39BCC53F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6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42AEB-AF67-7548-2EB8-18F93C76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F1E02B-FB66-B476-5357-FCD231FF1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C52F9-86F5-5935-7DD0-20274056C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F0B9F-DFB1-85BC-F789-E32142D21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C5F5F-9BF6-5D4C-D3EB-BA08D751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D5D1F-B2F1-9C8B-D0D0-80D2269A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6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36DE-42F6-3614-6032-5EF5178A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4917E-28AE-81D6-823F-4C4AC388D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A0569-D581-882D-344E-A4162BEB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07D0-E6B0-7898-7095-85C23394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F120D-6695-AA39-1EBA-42E9BFA4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4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C7760F-73AF-8B72-23CA-757F51CF9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03B6D-3D1D-D33D-6934-48D8501B4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EA4B5-B74A-1EEA-A60C-AEFC7B9E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BAE93-3D5B-8146-8A68-94F82177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FBE93-FB47-7A4F-9159-D37E914D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1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F04FA-4B31-3EDC-34FC-43DEE9CE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96B5A-5301-4C37-E077-3C6C26159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63EF0-EC5C-D9E4-F815-B54E4EBA7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228F7-BEDB-4DE4-AAF1-E01E07D882F4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90C6E-683E-8C93-6CFC-FE384CD7D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29D47-8D48-BEE0-B81D-BA76450FD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418CE-D598-45B1-839C-68FF2D1AC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32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BF09-531F-C8C3-F2FC-7977B23C1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A3A02-6BAE-11CB-2F9A-59992AC344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Morteza, 25 July 2022</a:t>
            </a:r>
          </a:p>
        </p:txBody>
      </p:sp>
    </p:spTree>
    <p:extLst>
      <p:ext uri="{BB962C8B-B14F-4D97-AF65-F5344CB8AC3E}">
        <p14:creationId xmlns:p14="http://schemas.microsoft.com/office/powerpoint/2010/main" val="265857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A3F5-708B-6903-98BA-2A60F741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D607-FD16-67B6-2B63-51A535951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Reusing Hardware as Much as Possible</a:t>
            </a:r>
          </a:p>
          <a:p>
            <a:pPr lvl="1"/>
            <a:r>
              <a:rPr lang="en-US" dirty="0"/>
              <a:t>Amortize the Carbon Cost of Manufacturing Them (Embodied Carbon)</a:t>
            </a:r>
          </a:p>
          <a:p>
            <a:pPr lvl="2"/>
            <a:r>
              <a:rPr lang="en-US" dirty="0"/>
              <a:t>Embodied carbon is also mentioned in datacenter design and implementation</a:t>
            </a:r>
          </a:p>
          <a:p>
            <a:r>
              <a:rPr lang="en-US" dirty="0"/>
              <a:t>Profiling Applications on Old and New Hardware</a:t>
            </a:r>
          </a:p>
          <a:p>
            <a:pPr lvl="1"/>
            <a:r>
              <a:rPr lang="en-US" dirty="0"/>
              <a:t>AR Apps</a:t>
            </a:r>
          </a:p>
          <a:p>
            <a:pPr lvl="1"/>
            <a:r>
              <a:rPr lang="en-US" b="1" dirty="0"/>
              <a:t>DNN Training/Inference</a:t>
            </a:r>
          </a:p>
          <a:p>
            <a:pPr lvl="1"/>
            <a:r>
              <a:rPr lang="en-US" dirty="0"/>
              <a:t>Microservices</a:t>
            </a:r>
          </a:p>
          <a:p>
            <a:r>
              <a:rPr lang="en-US" dirty="0"/>
              <a:t>Identifying Opportunities for Further Using Old Ones</a:t>
            </a:r>
          </a:p>
          <a:p>
            <a:r>
              <a:rPr lang="en-US" dirty="0"/>
              <a:t>Identifying Opportunities to Save Energy in the Absence of Green Ones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41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A3F5-708B-6903-98BA-2A60F741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D607-FD16-67B6-2B63-51A535951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Reusing Hardware as Much as Possible</a:t>
            </a:r>
          </a:p>
          <a:p>
            <a:pPr lvl="1"/>
            <a:r>
              <a:rPr lang="en-US" dirty="0"/>
              <a:t>Amortize the Carbon Cost of Manufacturing Them (Embodied Carbon)</a:t>
            </a:r>
          </a:p>
          <a:p>
            <a:pPr lvl="2"/>
            <a:r>
              <a:rPr lang="en-US" dirty="0"/>
              <a:t>Embodied carbon is also mentioned in datacenter design and implementation</a:t>
            </a:r>
          </a:p>
          <a:p>
            <a:r>
              <a:rPr lang="en-US" dirty="0"/>
              <a:t>Not Using Approximation</a:t>
            </a:r>
          </a:p>
          <a:p>
            <a:r>
              <a:rPr lang="en-US" dirty="0"/>
              <a:t>Using Batching or Multi-tenancy</a:t>
            </a:r>
          </a:p>
          <a:p>
            <a:pPr lvl="1"/>
            <a:r>
              <a:rPr lang="en-US" dirty="0"/>
              <a:t>Something Particular For DNN Inference</a:t>
            </a:r>
          </a:p>
          <a:p>
            <a:r>
              <a:rPr lang="en-US" dirty="0"/>
              <a:t>Affects both power consumption and latency/throughput</a:t>
            </a:r>
          </a:p>
          <a:p>
            <a:pPr lvl="1"/>
            <a:r>
              <a:rPr lang="en-US" dirty="0"/>
              <a:t>Different behavior on Different hardware</a:t>
            </a:r>
          </a:p>
          <a:p>
            <a:pPr lvl="2"/>
            <a:r>
              <a:rPr lang="en-US" dirty="0"/>
              <a:t>Different GPU and CPU Architectures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1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A3F5-708B-6903-98BA-2A60F741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D607-FD16-67B6-2B63-51A535951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Already Have Some DNNs</a:t>
            </a:r>
          </a:p>
          <a:p>
            <a:pPr lvl="1"/>
            <a:r>
              <a:rPr lang="en-US" dirty="0"/>
              <a:t>Image Classification</a:t>
            </a:r>
          </a:p>
          <a:p>
            <a:pPr lvl="1"/>
            <a:r>
              <a:rPr lang="en-US" dirty="0"/>
              <a:t>Text Analysis</a:t>
            </a:r>
          </a:p>
          <a:p>
            <a:pPr lvl="1"/>
            <a:r>
              <a:rPr lang="en-US" dirty="0"/>
              <a:t>Video Saliency</a:t>
            </a:r>
          </a:p>
          <a:p>
            <a:r>
              <a:rPr lang="en-US" dirty="0"/>
              <a:t>Targeting SIGMETRICS 2023 Fall Deadline (October</a:t>
            </a:r>
          </a:p>
          <a:p>
            <a:r>
              <a:rPr lang="en-US" dirty="0"/>
              <a:t>Faster Compared with Microservice</a:t>
            </a:r>
          </a:p>
          <a:p>
            <a:r>
              <a:rPr lang="en-US" dirty="0"/>
              <a:t>Working on </a:t>
            </a:r>
            <a:r>
              <a:rPr lang="en-US" dirty="0" err="1"/>
              <a:t>OpenWhisk</a:t>
            </a:r>
            <a:endParaRPr lang="en-US" dirty="0"/>
          </a:p>
          <a:p>
            <a:pPr lvl="1"/>
            <a:r>
              <a:rPr lang="en-US" dirty="0"/>
              <a:t>Little Progress Right Now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830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157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Weekly Meeting</vt:lpstr>
      <vt:lpstr>DNN Inference</vt:lpstr>
      <vt:lpstr>DNN Inference</vt:lpstr>
      <vt:lpstr>DNN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HotCarbon 2022</dc:title>
  <dc:creator>Morteza</dc:creator>
  <cp:lastModifiedBy>Morteza</cp:lastModifiedBy>
  <cp:revision>26</cp:revision>
  <dcterms:created xsi:type="dcterms:W3CDTF">2022-07-17T12:31:09Z</dcterms:created>
  <dcterms:modified xsi:type="dcterms:W3CDTF">2022-07-25T15:56:58Z</dcterms:modified>
</cp:coreProperties>
</file>